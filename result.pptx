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70C0"/>
                </a:solidFill>
              </a:defRPr>
            </a:pPr>
            <a:r>
              <a:t>房态运营数据分析报告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04040"/>
                </a:solidFill>
              </a:defRPr>
            </a:pPr>
            <a:r>
              <a:t>数据周期：2026年3月 | 如米优家事业部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📊 数据概览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数据来源：房态综合数据表（2026-03-11）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统计范围：个人数据工作表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有效管家数：31人（有出租率数据）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涉及事业部：如米优家、如米安家、如米夏木、如米享家等7个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涉及门店：如米优筑店、如米优悦店、如米安心店等13家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📈 核心指标分析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【出租率】平均 81.50%  |  最高 100%  |  最低 66.67%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→ 整体出租率表现良好，部分管家达到满租状态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【溢价率】平均 25.85%  |  最高 35.26%  |  最低 18.48%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→ 溢价能力较强，姚铃儿（35.26%）表现最佳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【聚焦率】平均 33.33%  |  最高 100%  |  最低 0%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→ 聚焦率差异较大，需加强本店成交引导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【覆盖率】空看覆盖 94.13%  |  带看覆盖 25.19%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→ 空看覆盖率优秀，带看覆盖率有提升空间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0C0"/>
                </a:solidFill>
              </a:defRPr>
            </a:pPr>
            <a:r>
              <a:t>🏆 门店业绩排名（TOP5）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门店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出租率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溢价率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聚焦率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空看覆盖率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带看覆盖率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89.30%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25.52%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27.08%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46.44%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89.09%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23.68%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66.67%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96.30%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12.39%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85.60%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23.89%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41.67%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85.03%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22.52%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84.59%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28.86%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29.17%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83.43%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25.31%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55.73%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93.58%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24.40%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⭐ 优秀管家表彰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【出租率TOP3】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🥇 马嘉名（如米安心店）- 出租率 100%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🥈 冯丽萍（如米安稳店）- 出租率 92.06%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🥉 孙迪（如米安心店）- 出租率 90.11%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【溢价率TOP3】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🥇 姚铃儿（如米优筑店）- 溢价率 35.26%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🥈 邓刚玉（如米优艺店）- 溢价率 35.16%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🥉 张磊（如米夏禾店）- 溢价率 32.24%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【聚焦率TOP3】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🥇 孙迪（如米安心店）- 聚焦率 100%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🥈 邓刚玉（如米优艺店）- 聚焦率 100%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🥉 张磊（如米夏禾店）- 聚焦率 71.43%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⚠️ 问题发现与改进建议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【问题发现】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1. 聚焦率差异大（0%-100%），部分管家本店成交意识不足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2. 带看覆盖率偏低（平均25.19%），客户带看量需提升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3. 部分门店出租率低于70%，房源去化压力较大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【改进建议】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1. 加强聚焦率培训，提升本店成交转化能力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2. 增加带看激励，提高空置房源带看频率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3. 对低出租率管家进行一对一帮扶，分析库存房源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4. 推广优秀管家经验，复制成功模式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📌 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【整体表现】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本月运营数据整体表现良好，出租率稳定在81%以上，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溢价率保持在25%左右的健康水平。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【亮点】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• 如米安稳店、如米安心店表现突出，出租率接近90%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• 马嘉名管家实现满租，姚铃儿管家溢价率最高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【下一步】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• 持续关注低出租率门店，制定针对性改进措施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• 加强带看覆盖率提升，促进房源快速去化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• 推动聚焦率提升，提高本店成交转化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